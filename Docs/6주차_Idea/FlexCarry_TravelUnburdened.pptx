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9968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07792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6704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85616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02352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41264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0176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96912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35824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4736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45720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2144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91056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29968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07792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46704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85616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24528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2352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41264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0176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96912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35824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74736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13648" y="89611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3232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52144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91056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29968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68880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07792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6704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85616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24528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02352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41264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80176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19088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8000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96912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35824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74736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13648" y="133502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3232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52144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91056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29968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468880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07792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46704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85616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24528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63440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102352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541264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0176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19088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858000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96912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35824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74736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13648" y="177393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13232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52144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591056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29968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68880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907792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46704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85616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224528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63440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102352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541264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980176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419088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858000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96912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735824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74736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613648" y="221284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13232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52144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591056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029968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907792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346704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785616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24528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102352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41264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980176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19088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858000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296912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735824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174736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613648" y="2651760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74320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13232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52144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591056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029968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468880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907792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346704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785616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224528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63440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02352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41264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980176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419088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858000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296912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735824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174736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613648" y="3090672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74320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13232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52144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591056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029968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468880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907792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346704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785616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224528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663440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102352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541264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980176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19088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858000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296912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35824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174736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613648" y="3529584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4320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13232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152144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591056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029968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468880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907792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346704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785616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224528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663440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102352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541264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980176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19088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858000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296912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735824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174736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613648" y="3968496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74320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52144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591056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029968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468880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907792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346704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785616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224528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663440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102352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541264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5980176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419088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858000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296912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735824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174736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613648" y="4407408"/>
            <a:ext cx="32004" cy="32004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731520" y="822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여행은</a:t>
            </a:r>
            <a:endParaRPr lang="en-US" sz="7200" dirty="0"/>
          </a:p>
        </p:txBody>
      </p:sp>
      <p:sp>
        <p:nvSpPr>
          <p:cNvPr id="204" name="Text 202"/>
          <p:cNvSpPr/>
          <p:nvPr/>
        </p:nvSpPr>
        <p:spPr>
          <a:xfrm>
            <a:off x="731520" y="18288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설레지만…</a:t>
            </a:r>
            <a:endParaRPr lang="en-US" sz="7200" dirty="0"/>
          </a:p>
        </p:txBody>
      </p:sp>
      <p:sp>
        <p:nvSpPr>
          <p:cNvPr id="205" name="Shape 203"/>
          <p:cNvSpPr/>
          <p:nvPr/>
        </p:nvSpPr>
        <p:spPr>
          <a:xfrm>
            <a:off x="6217920" y="1481328"/>
            <a:ext cx="2286000" cy="2720340"/>
          </a:xfrm>
          <a:prstGeom prst="roundRect">
            <a:avLst>
              <a:gd name="adj" fmla="val 2400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903720" y="1097280"/>
            <a:ext cx="914400" cy="48006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00A88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560820" y="4041648"/>
            <a:ext cx="342900" cy="288036"/>
          </a:xfrm>
          <a:prstGeom prst="ellipse">
            <a:avLst/>
          </a:prstGeom>
          <a:solidFill>
            <a:srgbClr val="00A880"/>
          </a:solidFill>
          <a:ln w="12700">
            <a:solidFill>
              <a:srgbClr val="00A88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818120" y="4041648"/>
            <a:ext cx="342900" cy="288036"/>
          </a:xfrm>
          <a:prstGeom prst="ellipse">
            <a:avLst/>
          </a:prstGeom>
          <a:solidFill>
            <a:srgbClr val="00A880"/>
          </a:solidFill>
          <a:ln w="12700">
            <a:solidFill>
              <a:srgbClr val="00A88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15200" y="3931920"/>
            <a:ext cx="914400" cy="9144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98080" y="4114800"/>
            <a:ext cx="548640" cy="54864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여행자가 공감하는 그 순간</a:t>
            </a:r>
            <a:endParaRPr lang="en-US" sz="1600" dirty="0"/>
          </a:p>
        </p:txBody>
      </p:sp>
      <p:sp>
        <p:nvSpPr>
          <p:cNvPr id="212" name="Text 210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이동은 항상 불편하다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3566160"/>
          </a:xfrm>
          <a:prstGeom prst="rect">
            <a:avLst/>
          </a:prstGeom>
          <a:solidFill>
            <a:srgbClr val="11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645920"/>
            <a:ext cx="1280160" cy="128016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7592" y="1901952"/>
            <a:ext cx="768096" cy="768096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37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🧳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좁은 골목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캐리어가 부딪힌다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834640" cy="3566160"/>
          </a:xfrm>
          <a:prstGeom prst="rect">
            <a:avLst/>
          </a:prstGeom>
          <a:solidFill>
            <a:srgbClr val="111A2E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51560"/>
            <a:ext cx="28346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645920"/>
            <a:ext cx="1280160" cy="128016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9392" y="1901952"/>
            <a:ext cx="768096" cy="768096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737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🪜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383280" y="2880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계단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34564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들어 올려야 한다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051560"/>
            <a:ext cx="2834640" cy="3566160"/>
          </a:xfrm>
          <a:prstGeom prst="rect">
            <a:avLst/>
          </a:prstGeom>
          <a:solidFill>
            <a:srgbClr val="11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51560"/>
            <a:ext cx="28346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1645920"/>
            <a:ext cx="1280160" cy="128016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51192" y="1901952"/>
            <a:ext cx="768096" cy="768096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737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🛤️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355080" y="2880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울퉁불퉁한 길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55080" y="34564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끌고 다니기 힘들다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0058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A0AA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캐리어는 왜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항상 '짐'일까?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3246120"/>
            <a:ext cx="27432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686861"/>
            <a:ext cx="731520" cy="854964"/>
          </a:xfrm>
          <a:prstGeom prst="roundRect">
            <a:avLst>
              <a:gd name="adj" fmla="val 7500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3566160"/>
            <a:ext cx="292608" cy="15087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4491533"/>
            <a:ext cx="109728" cy="90526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9344" y="4491533"/>
            <a:ext cx="109728" cy="90526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3869741"/>
            <a:ext cx="731520" cy="854964"/>
          </a:xfrm>
          <a:prstGeom prst="roundRect">
            <a:avLst>
              <a:gd name="adj" fmla="val 7500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3749040"/>
            <a:ext cx="292608" cy="15087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4674413"/>
            <a:ext cx="109728" cy="90526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4674413"/>
            <a:ext cx="109728" cy="90526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3595421"/>
            <a:ext cx="731520" cy="854964"/>
          </a:xfrm>
          <a:prstGeom prst="roundRect">
            <a:avLst>
              <a:gd name="adj" fmla="val 7500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51776" y="3474720"/>
            <a:ext cx="292608" cy="15087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2048" y="4400093"/>
            <a:ext cx="109728" cy="90526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44384" y="4400093"/>
            <a:ext cx="109728" cy="90526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468880"/>
            <a:ext cx="5943600" cy="3657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286000"/>
            <a:ext cx="320040" cy="22860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2715768"/>
            <a:ext cx="320040" cy="-22860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A0AABF"/>
          </a:solidFill>
          <a:ln w="12700">
            <a:solidFill>
              <a:srgbClr val="A0AA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320040" cy="731520"/>
          </a:xfrm>
          <a:prstGeom prst="rect">
            <a:avLst/>
          </a:prstGeom>
          <a:solidFill>
            <a:srgbClr val="A0AABF"/>
          </a:solidFill>
          <a:ln w="12700">
            <a:solidFill>
              <a:srgbClr val="A0AA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468880"/>
            <a:ext cx="82296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1821485"/>
            <a:ext cx="1097280" cy="1243584"/>
          </a:xfrm>
          <a:prstGeom prst="roundRect">
            <a:avLst>
              <a:gd name="adj" fmla="val 5000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0824" y="1645920"/>
            <a:ext cx="438912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56232" y="2991917"/>
            <a:ext cx="164592" cy="13167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9736" y="2991917"/>
            <a:ext cx="164592" cy="13167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972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우리는 캐리어를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끌고 다닌다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내내, 우리가 주도한다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731520"/>
            <a:ext cx="2194560" cy="2194560"/>
          </a:xfrm>
          <a:prstGeom prst="line">
            <a:avLst/>
          </a:prstGeom>
          <a:noFill/>
          <a:ln w="508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731520"/>
            <a:ext cx="-2194560" cy="2194560"/>
          </a:xfrm>
          <a:prstGeom prst="line">
            <a:avLst/>
          </a:prstGeom>
          <a:noFill/>
          <a:ln w="508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926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하지만 캐리어는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우리를 도와주지 않는다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5120640" cy="512064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35808" y="1024128"/>
            <a:ext cx="3072384" cy="3072384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우리는 질문했다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"캐리어가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우리를 도와준다면?"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3749040"/>
            <a:ext cx="4572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FlexCarry의 시작이다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-640080"/>
            <a:ext cx="6400800" cy="64008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51760" y="640080"/>
            <a:ext cx="3840480" cy="384048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914400"/>
            <a:ext cx="3291840" cy="329184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84448" y="1572768"/>
            <a:ext cx="1975104" cy="1975104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77724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spc="-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0" y="233172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spc="-200" kern="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Carry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4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Travel, Unburdened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A0AA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짐이 아닌,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이동의 동반자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2743200" y="3383280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356616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338328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3931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FlexCarry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1097280" cy="4572000"/>
          </a:xfrm>
          <a:prstGeom prst="rect">
            <a:avLst/>
          </a:prstGeom>
          <a:solidFill>
            <a:srgbClr val="0D1730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548640"/>
            <a:ext cx="1097280" cy="4572000"/>
          </a:xfrm>
          <a:prstGeom prst="rect">
            <a:avLst/>
          </a:prstGeom>
          <a:solidFill>
            <a:srgbClr val="0D1730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548640"/>
            <a:ext cx="2103120" cy="4572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645920"/>
            <a:ext cx="1463040" cy="2560320"/>
          </a:xfrm>
          <a:prstGeom prst="roundRect">
            <a:avLst>
              <a:gd name="adj" fmla="val 3125"/>
            </a:avLst>
          </a:prstGeom>
          <a:solidFill>
            <a:srgbClr val="4A5568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4069080"/>
            <a:ext cx="-457200" cy="45720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4069080"/>
            <a:ext cx="457200" cy="45720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5486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골목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형태가 변형된다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좁은 공간에서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캐리어 하부가 자동으로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적응한다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54880" y="393192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401568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36576" cy="2523744"/>
          </a:xfrm>
          <a:prstGeom prst="rect">
            <a:avLst/>
          </a:prstGeom>
          <a:solidFill>
            <a:srgbClr val="CC5429"/>
          </a:solidFill>
          <a:ln w="12700">
            <a:solidFill>
              <a:srgbClr val="CC5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517904"/>
            <a:ext cx="283464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517904"/>
            <a:ext cx="36576" cy="2103120"/>
          </a:xfrm>
          <a:prstGeom prst="rect">
            <a:avLst/>
          </a:prstGeom>
          <a:solidFill>
            <a:srgbClr val="CC5429"/>
          </a:solidFill>
          <a:ln w="12700">
            <a:solidFill>
              <a:srgbClr val="CC54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176" y="1938528"/>
            <a:ext cx="226771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08176" y="1938528"/>
            <a:ext cx="36576" cy="1682496"/>
          </a:xfrm>
          <a:prstGeom prst="rect">
            <a:avLst/>
          </a:prstGeom>
          <a:solidFill>
            <a:srgbClr val="CC5429"/>
          </a:solidFill>
          <a:ln w="12700">
            <a:solidFill>
              <a:srgbClr val="CC5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75104" y="2359152"/>
            <a:ext cx="1700784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5104" y="2359152"/>
            <a:ext cx="36576" cy="1261872"/>
          </a:xfrm>
          <a:prstGeom prst="rect">
            <a:avLst/>
          </a:prstGeom>
          <a:solidFill>
            <a:srgbClr val="CC5429"/>
          </a:solidFill>
          <a:ln w="12700">
            <a:solidFill>
              <a:srgbClr val="CC54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2779776"/>
            <a:ext cx="1133856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2779776"/>
            <a:ext cx="36576" cy="841248"/>
          </a:xfrm>
          <a:prstGeom prst="rect">
            <a:avLst/>
          </a:prstGeom>
          <a:solidFill>
            <a:srgbClr val="CC5429"/>
          </a:solidFill>
          <a:ln w="12700">
            <a:solidFill>
              <a:srgbClr val="CC54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3200400"/>
            <a:ext cx="566928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3200400"/>
            <a:ext cx="36576" cy="420624"/>
          </a:xfrm>
          <a:prstGeom prst="rect">
            <a:avLst/>
          </a:prstGeom>
          <a:solidFill>
            <a:srgbClr val="CC5429"/>
          </a:solidFill>
          <a:ln w="12700">
            <a:solidFill>
              <a:srgbClr val="CC54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2165299"/>
            <a:ext cx="914400" cy="1088136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0" y="2011680"/>
            <a:ext cx="36576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3189427"/>
            <a:ext cx="137160" cy="11521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3189427"/>
            <a:ext cx="137160" cy="11521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5486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계단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4754880" y="1417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지형에 적응한다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22402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단차를 감지하고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구조를 재조정해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충격을 흡수한다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754880" y="393192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Adapt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640080" cy="-640080"/>
          </a:xfrm>
          <a:prstGeom prst="line">
            <a:avLst/>
          </a:prstGeom>
          <a:noFill/>
          <a:ln w="19050">
            <a:solidFill>
              <a:srgbClr val="00A88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97280" y="2560320"/>
            <a:ext cx="731520" cy="274320"/>
          </a:xfrm>
          <a:prstGeom prst="line">
            <a:avLst/>
          </a:prstGeom>
          <a:noFill/>
          <a:ln w="19050">
            <a:solidFill>
              <a:srgbClr val="00A88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828800" y="2834640"/>
            <a:ext cx="731520" cy="-640080"/>
          </a:xfrm>
          <a:prstGeom prst="line">
            <a:avLst/>
          </a:prstGeom>
          <a:noFill/>
          <a:ln w="19050">
            <a:solidFill>
              <a:srgbClr val="00A88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560320" y="2194560"/>
            <a:ext cx="640080" cy="274320"/>
          </a:xfrm>
          <a:prstGeom prst="line">
            <a:avLst/>
          </a:prstGeom>
          <a:noFill/>
          <a:ln w="19050">
            <a:solidFill>
              <a:srgbClr val="00A88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00400" y="2468880"/>
            <a:ext cx="640080" cy="-548640"/>
          </a:xfrm>
          <a:prstGeom prst="line">
            <a:avLst/>
          </a:prstGeom>
          <a:noFill/>
          <a:ln w="19050">
            <a:solidFill>
              <a:srgbClr val="00A88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93192" y="3136392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2496312"/>
            <a:ext cx="128016" cy="12801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2770632"/>
            <a:ext cx="128016" cy="12801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2130552"/>
            <a:ext cx="128016" cy="12801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36392" y="2404872"/>
            <a:ext cx="128016" cy="12801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76472" y="1856232"/>
            <a:ext cx="128016" cy="12801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5544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920240"/>
            <a:ext cx="182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755648"/>
            <a:ext cx="640080" cy="777240"/>
          </a:xfrm>
          <a:prstGeom prst="roundRect">
            <a:avLst>
              <a:gd name="adj" fmla="val 8571"/>
            </a:avLst>
          </a:prstGeom>
          <a:solidFill>
            <a:srgbClr val="111A2E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35224" y="1645920"/>
            <a:ext cx="256032" cy="13716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9212" y="2487168"/>
            <a:ext cx="96012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91256" y="2487168"/>
            <a:ext cx="96012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148840"/>
            <a:ext cx="32004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ysDash"/>
          </a:ln>
        </p:spPr>
      </p:sp>
      <p:sp>
        <p:nvSpPr>
          <p:cNvPr id="22" name="Text 20"/>
          <p:cNvSpPr/>
          <p:nvPr/>
        </p:nvSpPr>
        <p:spPr>
          <a:xfrm>
            <a:off x="4754880" y="5486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이동 중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754880" y="1417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나를 따라온다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54880" y="22402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경로를 인식하고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자율적으로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움직인다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754880" y="393192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Mode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1097280"/>
            <a:ext cx="7315200" cy="73152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0" y="365760"/>
            <a:ext cx="4389120" cy="43891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22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A0AA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더 이상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0" y="17830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끌지 않는다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2286000" y="2286000"/>
            <a:ext cx="21945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37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FlexCarry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 Robotics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47472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💨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 Structure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28163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공기 기반 구조로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자유로운 변형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3474720"/>
          </a:xfrm>
          <a:prstGeom prst="rect">
            <a:avLst/>
          </a:prstGeom>
          <a:solidFill>
            <a:srgbClr val="0A0E1A"/>
          </a:solidFill>
          <a:ln w="12700">
            <a:solidFill>
              <a:srgbClr val="00A8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143000"/>
            <a:ext cx="2743200" cy="54864"/>
          </a:xfrm>
          <a:prstGeom prst="rect">
            <a:avLst/>
          </a:prstGeom>
          <a:solidFill>
            <a:srgbClr val="00A880"/>
          </a:solidFill>
          <a:ln w="12700">
            <a:solidFill>
              <a:srgbClr val="00A8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325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🔄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9184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 Morph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37560" y="28163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유연한 폼팩터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충격 흡수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3474720"/>
          </a:xfrm>
          <a:prstGeom prst="rect">
            <a:avLst/>
          </a:prstGeom>
          <a:solidFill>
            <a:srgbClr val="0A0E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14300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25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📡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1792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Response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63640" y="28163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움직임에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반응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캐리어 vs FlexCarry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286000" cy="594360"/>
          </a:xfrm>
          <a:prstGeom prst="rect">
            <a:avLst/>
          </a:prstGeom>
          <a:solidFill>
            <a:srgbClr val="0A0E1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960120"/>
            <a:ext cx="3017520" cy="594360"/>
          </a:xfrm>
          <a:prstGeom prst="rect">
            <a:avLst/>
          </a:prstGeom>
          <a:solidFill>
            <a:srgbClr val="111A2E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960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AA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캐리어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291840" cy="594360"/>
          </a:xfrm>
          <a:prstGeom prst="rect">
            <a:avLst/>
          </a:prstGeom>
          <a:solidFill>
            <a:srgbClr val="00D4A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960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FlexCarry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2286000" cy="713232"/>
          </a:xfrm>
          <a:prstGeom prst="rect">
            <a:avLst/>
          </a:prstGeom>
          <a:solidFill>
            <a:srgbClr val="0D1730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544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이동 방식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554480"/>
            <a:ext cx="3017520" cy="713232"/>
          </a:xfrm>
          <a:prstGeom prst="rect">
            <a:avLst/>
          </a:prstGeom>
          <a:solidFill>
            <a:srgbClr val="111A2E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5544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끌어야 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77840" y="1554480"/>
            <a:ext cx="3291840" cy="713232"/>
          </a:xfrm>
          <a:prstGeom prst="rect">
            <a:avLst/>
          </a:prstGeom>
          <a:solidFill>
            <a:srgbClr val="0D2E24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5544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2286000" cy="713232"/>
          </a:xfrm>
          <a:prstGeom prst="rect">
            <a:avLst/>
          </a:prstGeom>
          <a:solidFill>
            <a:srgbClr val="0D1730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042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0320" y="2304288"/>
            <a:ext cx="3017520" cy="713232"/>
          </a:xfrm>
          <a:prstGeom prst="rect">
            <a:avLst/>
          </a:prstGeom>
          <a:solidFill>
            <a:srgbClr val="111A2E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30428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구조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77840" y="2304288"/>
            <a:ext cx="3291840" cy="713232"/>
          </a:xfrm>
          <a:prstGeom prst="rect">
            <a:avLst/>
          </a:prstGeom>
          <a:solidFill>
            <a:srgbClr val="0D2E24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30428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3054096"/>
            <a:ext cx="2286000" cy="713232"/>
          </a:xfrm>
          <a:prstGeom prst="rect">
            <a:avLst/>
          </a:prstGeom>
          <a:solidFill>
            <a:srgbClr val="0D1730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5409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60320" y="3054096"/>
            <a:ext cx="3017520" cy="713232"/>
          </a:xfrm>
          <a:prstGeom prst="rect">
            <a:avLst/>
          </a:prstGeom>
          <a:solidFill>
            <a:srgbClr val="111A2E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05409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77840" y="3054096"/>
            <a:ext cx="3291840" cy="713232"/>
          </a:xfrm>
          <a:prstGeom prst="rect">
            <a:avLst/>
          </a:prstGeom>
          <a:solidFill>
            <a:srgbClr val="0D2E24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05409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3803904"/>
            <a:ext cx="2286000" cy="713232"/>
          </a:xfrm>
          <a:prstGeom prst="rect">
            <a:avLst/>
          </a:prstGeom>
          <a:solidFill>
            <a:srgbClr val="0D1730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80390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지형 적응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560320" y="3803904"/>
            <a:ext cx="3017520" cy="713232"/>
          </a:xfrm>
          <a:prstGeom prst="rect">
            <a:avLst/>
          </a:prstGeom>
          <a:solidFill>
            <a:srgbClr val="111A2E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80390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77840" y="3803904"/>
            <a:ext cx="3291840" cy="713232"/>
          </a:xfrm>
          <a:prstGeom prst="rect">
            <a:avLst/>
          </a:prstGeom>
          <a:solidFill>
            <a:srgbClr val="0D2E24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380390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577840" y="960120"/>
            <a:ext cx="36576" cy="363931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0"/>
            <a:ext cx="9144000" cy="3657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822960"/>
            <a:ext cx="4572000" cy="45720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737360"/>
            <a:ext cx="2743200" cy="274320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A0AA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이동은 더 이상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1325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부담이 아니다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FlexCarry — 당신과 함께 움직입니다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-822960"/>
            <a:ext cx="6949440" cy="694944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87168" y="566928"/>
            <a:ext cx="4169664" cy="4169664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FlexCarry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"We don't carry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luggage anymore.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move with it."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3200400" y="425196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251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Travel, Unburdened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FlexCarry – Travel, Unburdened</dc:title>
  <dc:subject>PptxGenJS Presentation</dc:subject>
  <dc:creator>PptxGenJS</dc:creator>
  <cp:lastModifiedBy>PptxGenJS</cp:lastModifiedBy>
  <cp:revision>1</cp:revision>
  <dcterms:created xsi:type="dcterms:W3CDTF">2026-04-07T12:43:34Z</dcterms:created>
  <dcterms:modified xsi:type="dcterms:W3CDTF">2026-04-07T12:43:34Z</dcterms:modified>
</cp:coreProperties>
</file>